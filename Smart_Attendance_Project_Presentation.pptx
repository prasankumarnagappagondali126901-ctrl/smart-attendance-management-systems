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Smart Attendance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Mini Project</a:t>
            </a:r>
          </a:p>
          <a:p>
            <a:r>
              <a:t>Using JSP + Servlet + JDBC + MySQL</a:t>
            </a:r>
          </a:p>
          <a:p/>
          <a:p>
            <a:r>
              <a:t>By:</a:t>
            </a:r>
          </a:p>
          <a:p>
            <a:r>
              <a:t>Sumit Rajak</a:t>
            </a:r>
          </a:p>
          <a:p>
            <a:r>
              <a:t>Vaibhav Janghel</a:t>
            </a:r>
          </a:p>
          <a:p>
            <a:r>
              <a:t>Prasan Kumar N. Gondali</a:t>
            </a:r>
          </a:p>
          <a:p/>
          <a:p>
            <a:r>
              <a:t>Under Guidance of: Reshma Sunil</a:t>
            </a:r>
          </a:p>
          <a:p/>
          <a:p>
            <a:r>
              <a:t>Marwadi University</a:t>
            </a:r>
          </a:p>
          <a:p>
            <a:r>
              <a:t>3rd Semester,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Smart Attendance Management System is a web-based application designed to automate the attendance tracking process for educational institutions.</a:t>
            </a:r>
          </a:p>
          <a:p>
            <a:r>
              <a:t>It allows admin or teachers to add students, mark daily attendance, and generate attendance records efficiently.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 eliminate manual attendance registers.</a:t>
            </a:r>
          </a:p>
          <a:p>
            <a:r>
              <a:t>• To ensure accurate and quick attendance management.</a:t>
            </a:r>
          </a:p>
          <a:p>
            <a:r>
              <a:t>• To allow students to check their attendance easily.</a:t>
            </a:r>
          </a:p>
          <a:p>
            <a:r>
              <a:t>• To maintain digital attendance data for reports.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JSP, HTML, CSS, Bootstrap</a:t>
            </a:r>
          </a:p>
          <a:p>
            <a:r>
              <a:t>Backend: Servlet, JDBC</a:t>
            </a:r>
          </a:p>
          <a:p>
            <a:r>
              <a:t>Database: MySQL</a:t>
            </a:r>
          </a:p>
          <a:p>
            <a:r>
              <a:t>Server: Apache Tomcat</a:t>
            </a:r>
          </a:p>
          <a:p>
            <a:r>
              <a:t>Language: Java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User Interface (JSP pages)</a:t>
            </a:r>
          </a:p>
          <a:p>
            <a:r>
              <a:t>2. Business Logic (Servlets)</a:t>
            </a:r>
          </a:p>
          <a:p>
            <a:r>
              <a:t>3. Database Layer (JDBC + MySQL)</a:t>
            </a:r>
          </a:p>
          <a:p>
            <a:r>
              <a:t>4. Deployed on Apache Tomcat Server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Admin Login</a:t>
            </a:r>
          </a:p>
          <a:p>
            <a:r>
              <a:t>2. Student Registration</a:t>
            </a:r>
          </a:p>
          <a:p>
            <a:r>
              <a:t>3. Mark Attendance</a:t>
            </a:r>
          </a:p>
          <a:p>
            <a:r>
              <a:t>4. View Attendance</a:t>
            </a:r>
          </a:p>
          <a:p>
            <a:r>
              <a:t>5. Logout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Tables: admin, student, attendance</a:t>
            </a:r>
          </a:p>
          <a:p>
            <a:r>
              <a:t>• admin(id, username, password)</a:t>
            </a:r>
          </a:p>
          <a:p>
            <a:r>
              <a:t>• student(roll_no, name, email, course)</a:t>
            </a:r>
          </a:p>
          <a:p>
            <a:r>
              <a:t>• attendance(id, roll_no, date, status)</a:t>
            </a:r>
          </a:p>
          <a:p>
            <a:r>
              <a:t>Relationships: One-to-many (student → attendance)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Admin logs in to the system.</a:t>
            </a:r>
          </a:p>
          <a:p>
            <a:r>
              <a:t>2. Admin adds new students.</a:t>
            </a:r>
          </a:p>
          <a:p>
            <a:r>
              <a:t>3. Attendance is marked daily for each student.</a:t>
            </a:r>
          </a:p>
          <a:p>
            <a:r>
              <a:t>4. Admin or student can view attendance reports.</a:t>
            </a:r>
          </a:p>
          <a:p>
            <a:r>
              <a:t>5. System stores all data securely in MySQL database.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Time-efficient and paperless process.</a:t>
            </a:r>
          </a:p>
          <a:p>
            <a:r>
              <a:t>• Reduces human error.</a:t>
            </a:r>
          </a:p>
          <a:p>
            <a:r>
              <a:t>• Easy record retrieval and management.</a:t>
            </a:r>
          </a:p>
          <a:p>
            <a:r>
              <a:t>• Secure and user-friendly web interface.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Integration of biometric or QR-based attendance.</a:t>
            </a:r>
          </a:p>
          <a:p>
            <a:r>
              <a:t>• Automated report generation (PDF/Excel).</a:t>
            </a:r>
          </a:p>
          <a:p>
            <a:r>
              <a:t>• SMS or Email notifications for absentees.</a:t>
            </a:r>
          </a:p>
          <a:p>
            <a:r>
              <a:t>• Mobile application version for students.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Smart Attendance Management System improves attendance accuracy and saves time.</a:t>
            </a:r>
          </a:p>
          <a:p>
            <a:r>
              <a:t>It demonstrates the efficient use of Advanced Java technologies (JSP, Servlet, JDBC) for real-world applications.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Presented by:</a:t>
            </a:r>
          </a:p>
          <a:p>
            <a:r>
              <a:t>Sumit Rajak, Vaibhav Janghel, Prasan Kumar N. Gondali</a:t>
            </a:r>
          </a:p>
          <a:p>
            <a:r>
              <a:t>Marwadi University</a:t>
            </a:r>
          </a:p>
          <a:p>
            <a:r>
              <a:t>Under Guidance of: Reshma Sunil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